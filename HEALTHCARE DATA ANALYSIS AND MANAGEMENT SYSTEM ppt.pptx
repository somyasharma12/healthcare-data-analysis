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A72B-E064-49B1-80A0-4CF0FF19B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B5A5A-65B3-410F-AE1E-DCF73A814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23E84-0988-4CEF-AD1F-36DC2E796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7930-38AF-42A9-A4E2-D00D63E2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9BB36-B1E4-41AE-AACA-ABB47BEE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0D24-A70D-4317-9F0F-44C0A02D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1A71-9CE8-4417-BD59-725E9CB2A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EBE21-3E66-4CF7-9658-863D0B43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DF83F-BD47-41F0-84C8-9E70E1B1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A564-4A35-42CC-B00E-E5947B25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6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3847-F9C9-4838-A2B6-90F3FF56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E1990-448E-43E1-86DD-ECD93E829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CFFB2-8EA3-46D9-92E7-93C1F8CC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E7F4B-E74E-4C94-9809-95710B78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3ED7-9282-4DDC-A7AE-5163650E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35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B1E8-F929-40DD-8C56-B5A3C026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08682-68FC-45A8-96A7-E4FAED428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5C237-8FF9-4159-A7DA-31D2EFBCD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FF9D3-58CF-4B5E-9DA9-893CAA49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40915-116C-47B1-9FA1-58090923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B4F1E-E771-467D-A6BE-103E7151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4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D9E6-D979-46CD-92BF-6D2DE9DCE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F7D6D-8941-4FBE-BE34-F8F99B1BC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ADCC8-3228-426E-B692-A04507763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D31B1-9AE7-4242-8D6B-72E15F137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3DBCF-69D8-42A3-B2E0-F444CD7DA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45B0-D903-49F7-A252-31D29300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57A10-3C82-46BE-9B66-33CF77F5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5ACB9-7076-409E-AFD7-23C2EB05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73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6C55-3783-4768-8FC4-31D405CB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920FD-4E1E-482F-BD9A-8260D27E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A7ABC-B7A6-4B90-919A-A32E1AE1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3DFAC-2624-4D36-B4EA-F4E90BD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1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74BDF6-3A7C-4193-99DD-0871E9A3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686C8-CC82-4D35-A7EC-6747A476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5153C-F393-4863-8684-AD45105C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3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87C7-7451-4B18-B199-C9890B71C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86E8-411C-48DD-B811-B6DEDD29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84AB-1D10-4229-8210-A5B7A7C0E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8E033-6031-4FC4-901E-D515B7F4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13087-7380-4EE5-A132-EBD3EB1A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04DEE-12B6-41F8-9A41-345E2F9D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4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703B-C249-4908-B84B-01EFC0AE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4A81A-7DBB-431A-8D5C-C2E6BA303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B8E70-8617-4E74-BD5A-92C0B3B02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1140D-BC9B-4C06-A593-409099AA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719A6-2067-435C-B1D4-B448A18C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FF273-7109-4213-9B51-9A229514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31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5424-C380-49FF-B44A-1E51B764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CB75B-DDAB-449E-8B41-F56CDC52B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D7C9D-DE07-4DD1-9CDC-7309AA71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B447C-217A-4D62-A88D-234C02DF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BF270-032F-4A93-BE42-799D53A7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0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8852C-1388-421C-851D-B493B1F94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2A0AA-E8CD-4260-8AA3-1702EA77C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9A96D-253C-49CD-AC5D-A405111B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E5CF8-72BA-4B26-86D0-EABCEC5A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C879-2101-4622-AF82-5EF1D42A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5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81C6B-6B95-48FE-BE6F-AF87B559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BEC96-20F9-48EE-B497-4FE47A638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7CF25-15C9-4C75-8A86-2A16DBE3E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DB77A-9BF7-4051-83F4-2EBA224F0863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BA58E-4C7B-4D2F-A2BB-AC3BA1C7F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E87A-BC1C-45F7-A52F-D8643FD52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3538A-99BD-4B34-B5DC-DF14EF364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26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01A0-5D60-4670-9976-A2B50F23D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A775E-DAED-4D2F-8CA0-2853AFD17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D3788-0416-4867-8D70-0F7B07AB0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EA4A49-2790-47C5-BA21-A4D7F382F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0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56CC7-621A-4394-A426-84E200704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2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43571-A6BD-4CAB-B9B4-093BA14E0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006" y="0"/>
            <a:ext cx="9513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9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D5FD9-7BBE-43EF-A257-F5512D65D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1" y="0"/>
            <a:ext cx="10351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79E3F-9061-4716-A123-09A933C5F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5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95304-6076-4E9E-A369-EFA398B7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8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5CE75A-B35E-4F46-9BF9-0415CA5C8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8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BF64E-9C81-4355-BB21-469D8F228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0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2026-09-21T15:51:12Z</dcterms:created>
  <dcterms:modified xsi:type="dcterms:W3CDTF">2026-09-21T15:51:38Z</dcterms:modified>
</cp:coreProperties>
</file>